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 of this review: walk the EA through the orchestration service design, the four structural decisions (REST handoff, Postgres work queue, journalId gating, client-level sequencer), the failure model, and the items where we need a ruling.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problem: this is a coexistence bridge for the migration period. Emphasize the two invariants: journalId as proof of lake ingestion, and the always-9-schemas hydration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the review. D1 and D2 remove the broker; D3 and D4 are the correctness spine. Ask the EA to challenge each trade-off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broker anywhere. Every hop is REST; every internal hand-off is a Postgres job. Point out that the dashboard reads the same tables that run the pipeline — no separate tracking store to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stages. Stress step 1's durable-202 boundary and step 5's independent legs — a CBS-A outage never delays the v1 lake publish.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 along the top, then down into the fork. The two final legs are separate jobs with separate retry budgets — a CBS-A outage never delays the v1 lake publish. Completion is what releases the client's next queued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the requirement 'retrieve all 9 irrespective of what was published'. The provenance tag per schema makes the behavior auditable per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Strict-serial per client, parallel across clients — throughput unaffected since parallelism in this workload is across clients. The failed-event-blocks-queue policy is a business decision; flagged on the decisions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points to land: the Client 1 lane has no overlap at any instant — promotion happens inside the transaction that terminates A. And Client 2's bar spans the release line, showing serialization costs no throughput since parallelism here is across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point for EA: retries are stage-local and never re-execute completed stages. Permanent (data) errors fail fast by design — retrying a deterministic failure is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queue is the hub: success re-enqueues the next stage, a transient failure re-enqueues the same job when its backoff expires, and replay re-enqueues at the chosen stage. One execution mechanism, so there is no separate retry or replay code path. Note the per-schema fan-out is omitted for clarity — publish stages create 9 and later 13 sibling jobs that each run this loop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resilience contract in one table. Invite the EA to add scenarios — anything not on this list should be, and each must land in one of: no loss / blocked safely / ordered.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source of truth: the dashboard reads the operational tables directly — no drift between what runs and what's shown. journalId search is the fastest route from a lake-side question to a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Batch check #1 is the safety net for the REST handoff (replaces broker durability). Recon lake calls are rate-limited so recon never degrades the hot path; the window overlaps to absorb late confirmations.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Operational footprint is deliberately small: LB, two VMs, Postgres. Health checks include a DB probe since the DB is the backbone. Security: OAuth2/mTLS on the ingestion API (only inbound door) + LB IP allow-listing; PII encrypted at rest, role-masked in the dashboard; audit append-only.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assigning owners and dates to each confirmation. The failed-event policy and DEFAULTED structures are business decisions dressed as technical defaults — they need explicit sign-off.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640080"/>
            <a:ext cx="384048" cy="384048"/>
          </a:xfrm>
          <a:prstGeom prst="ellipse">
            <a:avLst/>
          </a:prstGeom>
          <a:solidFill>
            <a:srgbClr val="2A378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05088" y="832104"/>
            <a:ext cx="347472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640080"/>
            <a:ext cx="384048" cy="384048"/>
          </a:xfrm>
          <a:prstGeom prst="ellipse">
            <a:avLst/>
          </a:prstGeom>
          <a:solidFill>
            <a:srgbClr val="2A378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36608" y="832104"/>
            <a:ext cx="347472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0" y="640080"/>
            <a:ext cx="384048" cy="384048"/>
          </a:xfrm>
          <a:prstGeom prst="ellipse">
            <a:avLst/>
          </a:prstGeom>
          <a:solidFill>
            <a:srgbClr val="2A378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68128" y="832104"/>
            <a:ext cx="347472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0" y="640080"/>
            <a:ext cx="384048" cy="384048"/>
          </a:xfrm>
          <a:prstGeom prst="ellipse">
            <a:avLst/>
          </a:prstGeom>
          <a:solidFill>
            <a:srgbClr val="2A378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99648" y="832104"/>
            <a:ext cx="347472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47120" y="6400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828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Onboarding Migration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228600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→ Data Lake → v1 Conversion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 Service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Low-Level Architecture — Enterprise Architecture Review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v1.3  ·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· PostgreSQL · REST · React  ·  </a:t>
            </a:r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Broker-free by decision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&amp; Scope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 bridge between Onboarding v2, the Central Data Lake, legacy v1 consumers, and CBS-A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401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1417320"/>
            <a:ext cx="5029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— </a:t>
            </a:r>
            <a:pPr indent="0" marL="0"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 approves a case (onboard or modify) and hands it to an independent Orchestration Service — its responsibility ends at a durable acknowledgement.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61518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6106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2587752"/>
            <a:ext cx="5029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v2.1 — </a:t>
            </a:r>
            <a:pPr indent="0" marL="0"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9 schemas per case (schemaName → JSON) are ingested into the Central Data Lake; the lake returns a journalId per successful ingestion — our proof of record.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785616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7810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3758184"/>
            <a:ext cx="5029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ALL 9 — </a:t>
            </a:r>
            <a:pPr indent="0" marL="0"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always operates on the full set of 9 schemas, hydrating any not present in the triggering message from the lake's current state (or approved defaults).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956048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9514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4928616"/>
            <a:ext cx="5029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&amp; fan out — </a:t>
            </a:r>
            <a:pPr indent="0" marL="0"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v2.1 schemas become 13 v1 schemas; v1 goes back to the lake while CBS-A is fed in parallel on an independent leg.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0292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</a:t>
            </a:r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mapping rules (pluggable Conversion Engine), approval workflow internals, Data Lake internals.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0" y="1463040"/>
            <a:ext cx="5257800" cy="2880360"/>
          </a:xfrm>
          <a:prstGeom prst="roundRect">
            <a:avLst>
              <a:gd name="adj" fmla="val 1905"/>
            </a:avLst>
          </a:prstGeom>
          <a:solidFill>
            <a:srgbClr val="E8F0FE"/>
          </a:solidFill>
          <a:ln w="12700">
            <a:solidFill>
              <a:srgbClr val="D4DC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0" y="178308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9984" y="178308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46720" y="2057400"/>
            <a:ext cx="41148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458200" y="178308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3064" y="178308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012680" y="2057400"/>
            <a:ext cx="41148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424160" y="1783080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79024" y="1783080"/>
            <a:ext cx="850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899648" y="2331720"/>
            <a:ext cx="0" cy="502920"/>
          </a:xfrm>
          <a:prstGeom prst="line">
            <a:avLst/>
          </a:prstGeom>
          <a:noFill/>
          <a:ln w="22225">
            <a:solidFill>
              <a:srgbClr val="1E2761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9144000" y="24414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all 9 + journalId check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458200" y="283464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13064" y="2834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9 → 13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 flipH="1">
            <a:off x="10012680" y="3108960"/>
            <a:ext cx="41148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 flipH="1">
            <a:off x="7635240" y="3108960"/>
            <a:ext cx="82296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675120" y="2834640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9984" y="2834640"/>
            <a:ext cx="850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 v1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235440" y="3383280"/>
            <a:ext cx="0" cy="41148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458200" y="379476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3064" y="3794760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CBS-A (parallel)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4617720"/>
            <a:ext cx="167335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400800" y="468172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" dirty="0"/>
          </a:p>
        </p:txBody>
      </p:sp>
      <p:sp>
        <p:nvSpPr>
          <p:cNvPr id="39" name="Text 37"/>
          <p:cNvSpPr/>
          <p:nvPr/>
        </p:nvSpPr>
        <p:spPr>
          <a:xfrm>
            <a:off x="6473952" y="5440680"/>
            <a:ext cx="152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v2.1 schemas in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193024" y="4617720"/>
            <a:ext cx="167335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193024" y="468172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 dirty="0"/>
          </a:p>
        </p:txBody>
      </p:sp>
      <p:sp>
        <p:nvSpPr>
          <p:cNvPr id="42" name="Text 40"/>
          <p:cNvSpPr/>
          <p:nvPr/>
        </p:nvSpPr>
        <p:spPr>
          <a:xfrm>
            <a:off x="8266176" y="5440680"/>
            <a:ext cx="152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schemas out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985248" y="4617720"/>
            <a:ext cx="167335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985248" y="468172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1+1</a:t>
            </a:r>
            <a:endParaRPr lang="en-US" sz="4000" dirty="0"/>
          </a:p>
        </p:txBody>
      </p:sp>
      <p:sp>
        <p:nvSpPr>
          <p:cNvPr id="45" name="Text 43"/>
          <p:cNvSpPr/>
          <p:nvPr/>
        </p:nvSpPr>
        <p:spPr>
          <a:xfrm>
            <a:off x="10058400" y="5440680"/>
            <a:ext cx="152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legs: Lake v1 ∥ CBS-A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Architecture Decisions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summary — each decision, why, and the trade-off we accepted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4663440"/>
                <a:gridCol w="32918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Trade-off accepted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· No message broker — REST handoff from Onboarding with Idempotency-Key + durable 202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Kafka (community, multi-partition) gives no trusted per-key FIFO; durability is achieved at the acceptance boundary (commit to Postgres before 202) + caller retry-until-202.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Caller must implement retry contract; recon check #1 (approved-case manifest diff) is the safety net.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· Postgres work queue for ALL internal 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LOCKED job table gives durable hand-offs, per-stage backoff retries, dead-lettering, multi-instance safety — fully queryable, one less system to operate.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partition fan-out for extreme throughput — irrelevant at onboarding volumes (low rate, high value).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 · journalId gates every stage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Lake-issued journalId is the contract of ingestion: no journalId ⇒ no progress. Same key anchors hydration verification and reconciliation on both legs (9 in / 13 out).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Strict: a missing journal dead-letters rather than proceeding — cases hold until lake confirms.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 · Client-level sequencer in the orchestrator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rule: per client, event N must fully complete before N+1 starts — across cases. Only the orchestrator knows true terminality (retries, dead-letters, ops replays).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failed event holds that client's queue until ops resolve — deliberate, per the ordering rule.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D5 · Conversion Engine is a pluggable, versioned 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9→13 mapping rules evolve independently; conversionRuleVersion stamped per case keeps history explainable.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 errors are permanent failures: dead-letter, fix, replay — never silent retry.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deployable, six stage workers, Postgres as backbone — REST at every boundary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169164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57784" y="2103120"/>
            <a:ext cx="1581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v2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until 202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Idempotency-Key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1371600"/>
            <a:ext cx="5852160" cy="4846320"/>
          </a:xfrm>
          <a:prstGeom prst="roundRect">
            <a:avLst>
              <a:gd name="adj" fmla="val 1132"/>
            </a:avLst>
          </a:prstGeom>
          <a:solidFill>
            <a:srgbClr val="E8F0FE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481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SERVICE  ·  Spring Boot (≥2 VM instances, active-active)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71800" y="1874520"/>
            <a:ext cx="2606040" cy="777240"/>
          </a:xfrm>
          <a:prstGeom prst="roundRect">
            <a:avLst>
              <a:gd name="adj" fmla="val 705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6664" y="1874520"/>
            <a:ext cx="2496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[A] Ingestion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Validator + Client Sequencer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71800" y="278892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6664" y="278892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Lake Publisher v2.1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64608" y="278892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278892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Journal Confirmer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71800" y="3447288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26664" y="3447288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 Hydrator (ALL 9)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64608" y="3447288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3447288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 Conversion 9 → 13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971800" y="4105656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26664" y="4105656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 Lake Publisher v1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64608" y="4105656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19472" y="4105656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 CBS-A Publisher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971800" y="47731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workers poll jobs · FOR UPDATE SKIP LOCKED · lease + reaper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12280" y="1874520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67144" y="187452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[C] State Machine + Audit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812280" y="262432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67144" y="262432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[D] Retry / Dead-letter Mgr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812280" y="3374136"/>
            <a:ext cx="1645920" cy="914400"/>
          </a:xfrm>
          <a:prstGeom prst="roundRect">
            <a:avLst>
              <a:gd name="adj" fmla="val 6000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67144" y="3374136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[E] Recon · Stuck-state · Sequencer schedulers (ShedLock)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12280" y="4398264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67144" y="4398264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[F] Ops API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971800" y="5212080"/>
            <a:ext cx="54864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154680" y="52120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15 — the backbone:  </a:t>
            </a:r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 · work queue · lake_journal lineage · dead letters · audit · recon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464040" y="1737360"/>
            <a:ext cx="2148840" cy="1554480"/>
          </a:xfrm>
          <a:prstGeom prst="roundRect">
            <a:avLst>
              <a:gd name="adj" fmla="val 352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555480" y="178308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Data Lake
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API → journalId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read/query API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464040" y="374904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518904" y="374904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464040" y="50292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9518904" y="502920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Ops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194560" y="2788920"/>
            <a:ext cx="54864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1234440" y="23957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POST /orchestrations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595360" y="2286000"/>
            <a:ext cx="86868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8595360" y="2834640"/>
            <a:ext cx="86868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dash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8549640" y="1920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ingest / read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595360" y="4206240"/>
            <a:ext cx="86868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>
            <a:off x="8595360" y="5486400"/>
            <a:ext cx="86868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dash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Happy Path — End-to-End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commits to Postgres before the next begins; journalIds gate progress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18488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6139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24712" y="15819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&amp; sequence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22376" y="2039112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validated (JSON Schema, idempotency); case + payload + 9 journal rows committed; client sequencer gate applied; 202 returned. Durable from this instant.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0" y="2514600"/>
            <a:ext cx="210312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25112" y="1417320"/>
            <a:ext cx="361188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61848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6139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46904" y="15819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 v2.1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44568" y="2039112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 per received schema calls lake ingest; returned journalId stored per schema. All sent schemas confirmed ⇒ LAKE_CONFIRMED.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36992" y="2514600"/>
            <a:ext cx="210312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47304" y="1417320"/>
            <a:ext cx="361188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48472" y="161848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348472" y="16139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69096" y="15819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Hydrate ALL 9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66760" y="2039112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schemas verified in lake (served journalId = recorded); absent ones read from lake's latest state; never-seen ⇒ approved default. Always exactly 9 keys.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840480"/>
            <a:ext cx="361188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4088" y="40416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704088" y="40370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24712" y="4005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 9 → 13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22376" y="4462272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engine produces 13 v1 payloads; each validated against its v1 schema; conversionRuleVersion audited.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114800" y="4937760"/>
            <a:ext cx="210312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25112" y="3840480"/>
            <a:ext cx="361188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26280" y="40416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4526280" y="40370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46904" y="4005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 publish ∥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44568" y="4462272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lake-v1 jobs + 1 CBS-A job enqueued in one transaction; legs retry independently; 13 v1 journalIds + CBS ack ⇒ COMPLETED.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936992" y="4937760"/>
            <a:ext cx="210312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47304" y="3840480"/>
            <a:ext cx="361188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348472" y="4041648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5" name="Text 33"/>
          <p:cNvSpPr/>
          <p:nvPr/>
        </p:nvSpPr>
        <p:spPr>
          <a:xfrm>
            <a:off x="8348472" y="40370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69096" y="4005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next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366760" y="4462272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state atomically promotes the client's next queued event — never two live events per client.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Happy Path — Orchestration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commits to Postgres before the next job is enqueued; journalIds gate every advance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57784" y="1600200"/>
            <a:ext cx="2450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case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29000" y="160020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20440" y="1737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sequence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520440" y="20665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202 returned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55080" y="160020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737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v2.1 to lake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20665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journalId per 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281160" y="160020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372600" y="1737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Hydrate all 9 schemas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72600" y="20665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served journalId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63240" y="2057400"/>
            <a:ext cx="36576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989320" y="2057400"/>
            <a:ext cx="36576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915400" y="2057400"/>
            <a:ext cx="36576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0561320" y="2514600"/>
            <a:ext cx="0" cy="59436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281160" y="310896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72600" y="3246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9 to 13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72600" y="35753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v1 output validated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78240" y="3566160"/>
            <a:ext cx="50292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78240" y="3108960"/>
            <a:ext cx="0" cy="137160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>
            <a:off x="8412480" y="3108960"/>
            <a:ext cx="36576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8412480" y="4480560"/>
            <a:ext cx="36576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760720" y="265176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852160" y="2788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v1 to lake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852160" y="311810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journalIds recorded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760720" y="402336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52160" y="4160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to CBS-A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52160" y="448970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retry budget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760720" y="363016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legs, independent retries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257800" y="3108960"/>
            <a:ext cx="5029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57800" y="4480560"/>
            <a:ext cx="5029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57800" y="3108960"/>
            <a:ext cx="0" cy="137160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4754880" y="3794760"/>
            <a:ext cx="5029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194560" y="333756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286000" y="3474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286000" y="38039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client's next event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2920" y="576072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 cannot advance past a stage until that stage's journalIds are recorded — no conversion on partial data.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'Always 9 Schemas' Rule — Hydration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never runs on partial data; every schema's provenance is recorded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(1..9 sent)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7373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298448" y="173736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53312" y="17373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956816" y="173736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17373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239572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239572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298448" y="239572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53312" y="239572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956816" y="239572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B779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0" y="239572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3054096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" y="305409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298448" y="3054096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B779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53312" y="305409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956816" y="3054096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0" y="305409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message   </a:t>
            </a:r>
            <a:pPr indent="0" marL="0">
              <a:buNone/>
            </a:pPr>
            <a:r>
              <a:rPr lang="en-US" sz="9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hydrated / defaulted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0" y="2651760"/>
            <a:ext cx="54864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337560" y="2240280"/>
            <a:ext cx="1371600" cy="868680"/>
          </a:xfrm>
          <a:prstGeom prst="roundRect">
            <a:avLst>
              <a:gd name="adj" fmla="val 631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92424" y="224028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2651760"/>
            <a:ext cx="54864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212080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out (always 13)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303520" y="1691640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58384" y="169164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870448" y="1691640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25312" y="169164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437376" y="1691640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169164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004304" y="1691640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59168" y="169164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303520" y="2258568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58384" y="225856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870448" y="2258568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25312" y="225856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37376" y="2258568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225856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V7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004304" y="2258568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59168" y="225856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303520" y="2825496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58384" y="2825496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V9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870448" y="2825496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25312" y="2825496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437376" y="2825496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92240" y="2825496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V11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7004304" y="2825496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59168" y="2825496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V12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303520" y="3392424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58384" y="339242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V13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7863840" y="1417320"/>
            <a:ext cx="37947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028432" y="1581912"/>
            <a:ext cx="1234440" cy="347472"/>
          </a:xfrm>
          <a:prstGeom prst="roundRect">
            <a:avLst>
              <a:gd name="adj" fmla="val 1578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83296" y="1581912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046720" y="198424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was in the request → read back from the lake and verify served journalId equals the one recorded at ingestion. Proves the round-trip actually happened.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863840" y="2953512"/>
            <a:ext cx="37947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8028432" y="3118104"/>
            <a:ext cx="1234440" cy="347472"/>
          </a:xfrm>
          <a:prstGeom prst="roundRect">
            <a:avLst>
              <a:gd name="adj" fmla="val 1578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083296" y="3118104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LAKE_QUERY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46720" y="352044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absent (typical MODIFY) → latest stored version fetched from the lake; its serving journalId recorded for lineage.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863840" y="4489704"/>
            <a:ext cx="37947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028432" y="4654296"/>
            <a:ext cx="1234440" cy="347472"/>
          </a:xfrm>
          <a:prstGeom prst="roundRect">
            <a:avLst>
              <a:gd name="adj" fmla="val 15789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083296" y="4654296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DEFAULTED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046720" y="505663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 has never held this schema for the client → business-approved default structure applied. A spike in this metric is the early-warning of upstream data gaps.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02920" y="5806440"/>
            <a:ext cx="704088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1520" y="580644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always receives exactly 9 keys — no conversion on partial data; a missing journalId dead-letters instead of proceeding.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Client-Level Ordering — the Sequencer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client: event N fully completes before N+1 starts — across cases. Enforced in the orchestrator.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55680" cy="2057400"/>
          </a:xfrm>
          <a:prstGeom prst="roundRect">
            <a:avLst>
              <a:gd name="adj" fmla="val 2667"/>
            </a:avLst>
          </a:prstGeom>
          <a:solidFill>
            <a:srgbClr val="E8F0FE"/>
          </a:solidFill>
          <a:ln w="12700">
            <a:solidFill>
              <a:srgbClr val="D4DC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— two approved cases for Client 1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3246120"/>
            <a:ext cx="10515600" cy="0"/>
          </a:xfrm>
          <a:prstGeom prst="line">
            <a:avLst/>
          </a:prstGeom>
          <a:noFill/>
          <a:ln w="22225">
            <a:solidFill>
              <a:srgbClr val="5A6478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10652760" y="327355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43000" y="196596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97864" y="1965960"/>
            <a:ext cx="4096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 · processing (v2.1 → lake → 9 hydrated → 13 v1 ∥ CBS-A)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49240" y="1920240"/>
            <a:ext cx="0" cy="1325880"/>
          </a:xfrm>
          <a:prstGeom prst="line">
            <a:avLst/>
          </a:prstGeom>
          <a:noFill/>
          <a:ln w="19050">
            <a:solidFill>
              <a:srgbClr val="02809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663440" y="28803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⇒ release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423160" y="2514600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779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78024" y="251460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 · QUEUED_BEHIND_PRIOR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394960" y="251460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49824" y="2514600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 · processing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23160" y="29992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while A in flight — accepted, held, never concurrent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3794760"/>
            <a:ext cx="36118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7512" y="3959352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3959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at acceptance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4407408"/>
            <a:ext cx="3246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event ⇒ QUEUED_BEHIND_PRIOR if any event for the same clientId is non-terminal. Per-client Postgres advisory lock — concurrent POSTs can't both pass; other clients never contend.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79392" y="3794760"/>
            <a:ext cx="36118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3984" y="3959352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98848" y="3959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release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62272" y="4407408"/>
            <a:ext cx="3246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transaction that terminates event N promotes the next queued event (clientSequence order, else arrival). No instant with two live events per client. FAILED holds the queue until ops replay / supersede.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55864" y="3794760"/>
            <a:ext cx="36118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20456" y="3959352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5320" y="3959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orchestrator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38744" y="4407408"/>
            <a:ext cx="3246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it knows true terminality — retries, dead-letters, replays hours later. Onboarding-side throttling = optional defense-in-depth, not the control. Every hold/release audited; recon attests ordering.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to Onboarding: </a:t>
            </a:r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 monotonic per-client clientSequence at approval — upgrades ordering from arrival-based to semantically exact and makes gaps detectable (SEQUENCE_GAP alert).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Client-Level Ordering — Hold and Release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Serialization is per client; unrelated clients proceed fully in parallel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201400" cy="3611880"/>
          </a:xfrm>
          <a:prstGeom prst="roundRect">
            <a:avLst>
              <a:gd name="adj" fmla="val 1519"/>
            </a:avLst>
          </a:prstGeom>
          <a:solidFill>
            <a:srgbClr val="E8F0FE"/>
          </a:solidFill>
          <a:ln w="12700">
            <a:solidFill>
              <a:srgbClr val="D4DC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terminal, B released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035040" y="1828800"/>
            <a:ext cx="0" cy="1920240"/>
          </a:xfrm>
          <a:prstGeom prst="line">
            <a:avLst/>
          </a:prstGeom>
          <a:noFill/>
          <a:ln w="19050">
            <a:solidFill>
              <a:srgbClr val="02809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8580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4206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03120" y="1965960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57984" y="1965960"/>
            <a:ext cx="3730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A · processing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66160" y="2697480"/>
            <a:ext cx="23774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21024" y="2697480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 · held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697480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2697480"/>
            <a:ext cx="3730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 · processing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3264408"/>
            <a:ext cx="0" cy="146304"/>
          </a:xfrm>
          <a:prstGeom prst="line">
            <a:avLst/>
          </a:prstGeom>
          <a:noFill/>
          <a:ln w="12700">
            <a:solidFill>
              <a:srgbClr val="5A64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80360" y="3410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arrives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" y="3886200"/>
            <a:ext cx="10835640" cy="0"/>
          </a:xfrm>
          <a:prstGeom prst="line">
            <a:avLst/>
          </a:prstGeom>
          <a:noFill/>
          <a:ln w="12700">
            <a:solidFill>
              <a:srgbClr val="D4DC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0" y="4206240"/>
            <a:ext cx="4937760" cy="566928"/>
          </a:xfrm>
          <a:prstGeom prst="roundRect">
            <a:avLst>
              <a:gd name="adj" fmla="val 967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98064" y="4206240"/>
            <a:ext cx="4828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 · processing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03120" y="5349240"/>
            <a:ext cx="9418320" cy="0"/>
          </a:xfrm>
          <a:prstGeom prst="line">
            <a:avLst/>
          </a:prstGeom>
          <a:noFill/>
          <a:ln w="22225">
            <a:solidFill>
              <a:srgbClr val="5A6478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0881360" y="5394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5742432"/>
            <a:ext cx="182880" cy="182880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6875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194560" y="5742432"/>
            <a:ext cx="182880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B779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68880" y="56875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held, queued behind prior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144768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failed event holds that client's queue until ops replay or supersede it — other clients are unaffected.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Handling &amp; Retries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Postgres-driven: backoff is a column, dead-letter is a table — all of it queryable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011680"/>
                <a:gridCol w="777240"/>
                <a:gridCol w="55778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Backoff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exhaustion / permanent error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 lake v2.1 / v1 (per schema)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 → 2s → 4s … cap 5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job → dead_letter row → FAILED_&lt;STAGE&gt; → page. One bad schema never blocks the other 8 / 12.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 confirm (async lake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5s → cap 2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(~1h)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MISSING_JOURNAL_V21 — case never hydrates on partial confirmation.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Hydration (lake reads)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30s → cap 15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(~2h)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cap absorbs lake read lag; persistent journal mismatch ⇒ JOURNAL_UNKNOWN_TO_LAKE.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transient infra only: 3 × 10s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rule/data errors dead-letter on first attempt — fix rules or data, then replay.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CBS-A publish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2s → cap 10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independent of the v1 lake leg — partial states V1_DONE_CBS_PENDING visible.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709160"/>
            <a:ext cx="361188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67512" y="4855464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22376" y="4855464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85800" y="5266944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breakers per integration (lake ingest, lake read, CBS-A). While open, jobs push next_attempt_at forward — a 2-hour lake outage burns zero retry budget. Bulkheads keep a slow lake from stalling the ingestion API.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79392" y="4709160"/>
            <a:ext cx="361188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43984" y="4855464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98848" y="4855464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 + reaper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462272" y="5266944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carry a 10-min lease; a per-instance reaper requeues work orphaned by a crashed VM. Safe because every stage is idempotent and resumes from persisted stage payloads.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55864" y="4709160"/>
            <a:ext cx="361188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20456" y="4855464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75320" y="4855464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Replay, not rerun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238744" y="5266944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replay from any stage (POST …/replay?fromStage=…): audited, reason mandatory. Re-ingestion yields fresh journalIds that supersede the old — always safe.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Lifecycle &amp; Error Handling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path returns to the same queue — one execution mechanism for success, retry, and replay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490472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21792" y="1792224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the case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56432" y="149047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API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456432" y="179222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case, enqueues jobs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90472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jobs enqueued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91072" y="1792224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pending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25712" y="1490472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claims job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25712" y="1792224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update skip locked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108960" y="1783080"/>
            <a:ext cx="27432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760720" y="1783080"/>
            <a:ext cx="4572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778240" y="1783080"/>
            <a:ext cx="27432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332720" y="2194560"/>
            <a:ext cx="0" cy="45720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52560" y="265176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25712" y="2770632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executes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125712" y="3072384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 call, convert, publish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265176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91072" y="2770632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done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1072" y="3072384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stage enqueued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 flipH="1">
            <a:off x="8778240" y="3063240"/>
            <a:ext cx="2743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7498080" y="2194560"/>
            <a:ext cx="0" cy="45720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332720" y="3474720"/>
            <a:ext cx="0" cy="457200"/>
          </a:xfrm>
          <a:prstGeom prst="line">
            <a:avLst/>
          </a:prstGeom>
          <a:noFill/>
          <a:ln w="22225">
            <a:solidFill>
              <a:srgbClr val="B7791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393192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25712" y="4050792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fails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125712" y="4352544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classified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 flipH="1">
            <a:off x="8778240" y="4343400"/>
            <a:ext cx="274320" cy="0"/>
          </a:xfrm>
          <a:prstGeom prst="line">
            <a:avLst/>
          </a:prstGeom>
          <a:noFill/>
          <a:ln w="22225">
            <a:solidFill>
              <a:srgbClr val="B7791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217920" y="393192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291072" y="4050792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291072" y="4352544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wait, backoff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43600" y="4343400"/>
            <a:ext cx="274320" cy="0"/>
          </a:xfrm>
          <a:prstGeom prst="line">
            <a:avLst/>
          </a:prstGeom>
          <a:noFill/>
          <a:ln w="22225">
            <a:solidFill>
              <a:srgbClr val="B779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1783080"/>
            <a:ext cx="0" cy="2560320"/>
          </a:xfrm>
          <a:prstGeom prst="line">
            <a:avLst/>
          </a:prstGeom>
          <a:noFill/>
          <a:ln w="22225">
            <a:solidFill>
              <a:srgbClr val="B779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1783080"/>
            <a:ext cx="274320" cy="0"/>
          </a:xfrm>
          <a:prstGeom prst="line">
            <a:avLst/>
          </a:prstGeom>
          <a:noFill/>
          <a:ln w="22225">
            <a:solidFill>
              <a:srgbClr val="B7791F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4754880" y="2926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due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332720" y="4754880"/>
            <a:ext cx="0" cy="365760"/>
          </a:xfrm>
          <a:prstGeom prst="line">
            <a:avLst/>
          </a:prstGeom>
          <a:noFill/>
          <a:ln w="22225">
            <a:solidFill>
              <a:srgbClr val="B7791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512064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125712" y="5239512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125712" y="5541264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or rule error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8778240" y="5532120"/>
            <a:ext cx="274320" cy="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498080" y="4754880"/>
            <a:ext cx="0" cy="36576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6217920" y="512064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291072" y="5239512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Dead-letter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291072" y="5541264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failed, alert raised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5943600" y="5532120"/>
            <a:ext cx="27432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383280" y="512064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456432" y="5239512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replay from stage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3456432" y="5541264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re-enqueues the job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85800" y="2880360"/>
            <a:ext cx="182880" cy="182880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120" y="28254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85800" y="3264408"/>
            <a:ext cx="182880" cy="182880"/>
          </a:xfrm>
          <a:prstGeom prst="roundRect">
            <a:avLst>
              <a:gd name="adj" fmla="val 30000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60120" y="320954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3648456"/>
            <a:ext cx="182880" cy="182880"/>
          </a:xfrm>
          <a:prstGeom prst="roundRect">
            <a:avLst>
              <a:gd name="adj" fmla="val 30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60120" y="3593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path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85800" y="4032504"/>
            <a:ext cx="182880" cy="18288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60120" y="39776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dead-letter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053328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re-enqueues the job as pending, resuming at the failed stage — completed stages are never re-executed.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 Scenario Walkthrough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credible failure point has a defined outcome — zero data loss, ordering preserved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6035040"/>
                <a:gridCol w="1600200"/>
              </a:tblGrid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Orchestrator down when Onboarding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Caller gets timeout/5xx, retries per contract until 202 — nothing half-committed.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Crash right after 202 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+ jobs already in Postgres; any surviving instance's workers resume.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 ingest API down for hours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Jobs cycle RETRY_WAIT, breaker opens, inbound API keeps accepting (Postgres buffers).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 accepts 5 of 7 sent schemas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jobs retry then dead-letter MISSING_JOURNAL_V21 — no conversion on partial data.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 safely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 read lags ingest during hydration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Served journalId ≠ recorded ⇒ back off, re-read until aligned.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Self-heals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fails on bad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 dead-letter with schema/field context; fix + replay from CONVERT.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CBS-A down for hours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lake leg completes; V1_DONE_CBS_PENDING; CBS leg retries on its own budget.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Legs isolated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2 (client 1) arrives while case 1 in flight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Queued behind prior; released the instant case 1 is terminal — never concurrent.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arrive out of order (seq 7 before 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accepted; 7 held until 6 arrives + completes; SEQUENCE_GAP alert if 6 never comes.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1 (client 1) dead-letters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1's queue holds by design; ops replay/supersede releases; other clients unaffected.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0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dies mid-job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Lease lapses ⇒ reaper requeues on survivor; LB routes API traffic away.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Tracking &amp; Observability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journalId lineage per case + Micrometer metrics + React ops dashboard on the same tables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4754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7784" y="1417320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&amp; audit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2057400"/>
            <a:ext cx="32461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correlationId on every DB row, log line, lake call, CBS-A message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lake_journal per case: 9 journalIds in (with hydration source) + 13 out — the audit evidence chain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 of every state change, retry, hold/release, ops action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611880" cy="4754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79392" y="141732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4256" y="1417320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alerts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80560" y="2057400"/>
            <a:ext cx="32461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depth + oldest-pending-job age (the 'lag' of a Postgres queue)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by status incl. QUEUED_BEHIND_PRIOR per client; stage durations; end-to-end p95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DEFAULTED-hydration spike = early warning of upstream data gaps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Pages: any dead-letter · SEQUENCE_GAP · breaker open &gt; 5 min · queue past SLA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55864" y="1417320"/>
            <a:ext cx="3611880" cy="4754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55864" y="141732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0728" y="1417320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dashboard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57032" y="2057400"/>
            <a:ext cx="32461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search by caseId / clientId / correlationId / journalId with stage timeline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event chain view — the ordering guarantee, visualized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9-schema and 13-schema grids: sent?, journalId, confirmed-at, source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Dead-letter inventory with audited replay / force-release (operator role)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Reconciliation — Three Layers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answered: 9 journalIds in, 13 out, one CBS-A delivery — exactly once, in client order?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2014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2768"/>
            <a:ext cx="310896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0664" y="1572768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Continuous (in-flow)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2020824"/>
            <a:ext cx="10789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reconciles itself in real time: no LAKE_CONFIRMED without all sent journalIds; hydration proves the lake serves them; completion needs 13 v1 journalIds + CBS ack; the sequencer proves ordering. Gaps surface in minutes as dead letters.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953512"/>
            <a:ext cx="112014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3108960"/>
            <a:ext cx="310896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664" y="31089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Batch (hourly + EOD, overlap window)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13232" y="3557016"/>
            <a:ext cx="10789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Onboarding manifest vs accepted cases (catches lost handoffs)  ② every v2.1 journalId verified with the lake  ③ every v1 journalId verified  ④ CBS-A ack feed matched  ⑤ orphan lake entries flagged  ⑥ ordering attestation: no two events per client ever concurrently live.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4489704"/>
            <a:ext cx="112014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5800" y="4645152"/>
            <a:ext cx="3108960" cy="384048"/>
          </a:xfrm>
          <a:prstGeom prst="roundRect">
            <a:avLst>
              <a:gd name="adj" fmla="val 14286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464515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Remediation &amp; report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3232" y="5093208"/>
            <a:ext cx="10789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Allow-listed findings auto-replay just the missing leg (AUTO_REPLAYED); everything else stays OPEN for ops in the dashboard. EOD emits the signed-off daily report — cases in, journalIds per leg, CBS deliveries, ordering exceptions, open findings — the migration programme's audit artifact.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6035040"/>
            <a:ext cx="11201400" cy="502920"/>
          </a:xfrm>
          <a:prstGeom prst="roundRect">
            <a:avLst>
              <a:gd name="adj" fmla="val 10909"/>
            </a:avLst>
          </a:prstGeom>
          <a:solidFill>
            <a:srgbClr val="E8F0FE"/>
          </a:solidFill>
          <a:ln w="12700">
            <a:solidFill>
              <a:srgbClr val="D4DC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60350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types:  </a:t>
            </a:r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MISSING_ORCHESTRATION · MISSING_JOURNAL_V21 / _V1 · JOURNAL_UNKNOWN_TO_LAKE · CBS_NOT_DELIVERED · ORPHAN_IN_LAKE · SEQUENCE_GAP · STUCK_STATE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Topology — VMs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active-active instances, no broker to operate; Postgres HA is the backbone (its RPO = service RPO)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743200"/>
            <a:ext cx="155448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57784" y="274320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606040" y="2743200"/>
            <a:ext cx="1463040" cy="82296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660904" y="2743200"/>
            <a:ext cx="1353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/ VIP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health-gated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57400" y="3154680"/>
            <a:ext cx="54864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63440" y="1645920"/>
            <a:ext cx="3017520" cy="1691640"/>
          </a:xfrm>
          <a:prstGeom prst="roundRect">
            <a:avLst>
              <a:gd name="adj" fmla="val 3243"/>
            </a:avLst>
          </a:prstGeom>
          <a:solidFill>
            <a:srgbClr val="E8F0FE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19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1  (Linux, systemd)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28032" y="2057400"/>
            <a:ext cx="132588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2896" y="2057400"/>
            <a:ext cx="1216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JAR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263640" y="2057400"/>
            <a:ext cx="1325880" cy="502920"/>
          </a:xfrm>
          <a:prstGeom prst="roundRect">
            <a:avLst>
              <a:gd name="adj" fmla="val 10909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8504" y="2057400"/>
            <a:ext cx="1216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(React + /api)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28032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workers · pollers · exporters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 flipV="1">
            <a:off x="4069080" y="2468880"/>
            <a:ext cx="594360" cy="68580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663440" y="3977640"/>
            <a:ext cx="3017520" cy="1691640"/>
          </a:xfrm>
          <a:prstGeom prst="roundRect">
            <a:avLst>
              <a:gd name="adj" fmla="val 3243"/>
            </a:avLst>
          </a:prstGeom>
          <a:solidFill>
            <a:srgbClr val="E8F0FE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4050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2  (Linux, systemd)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828032" y="4389120"/>
            <a:ext cx="132588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82896" y="4389120"/>
            <a:ext cx="1216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JAR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263640" y="4389120"/>
            <a:ext cx="1325880" cy="502920"/>
          </a:xfrm>
          <a:prstGeom prst="roundRect">
            <a:avLst>
              <a:gd name="adj" fmla="val 10909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18504" y="4389120"/>
            <a:ext cx="1216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(React + /api)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28032" y="50017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workers · pollers · exporters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069080" y="3154680"/>
            <a:ext cx="594360" cy="164592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321040" y="2606040"/>
            <a:ext cx="1920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222A44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75904" y="2606040"/>
            <a:ext cx="18105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HA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PITR backups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 on startup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680960" y="2468880"/>
            <a:ext cx="640080" cy="54864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7680960" y="3429000"/>
            <a:ext cx="640080" cy="141732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607040" y="2331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2331720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(REST)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607040" y="32918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61904" y="3291840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CBS-A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(REST)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80960" y="2103120"/>
            <a:ext cx="2926080" cy="502920"/>
          </a:xfrm>
          <a:prstGeom prst="line">
            <a:avLst/>
          </a:prstGeom>
          <a:noFill/>
          <a:ln w="22225">
            <a:solidFill>
              <a:srgbClr val="5A6478"/>
            </a:solidFill>
            <a:prstDash val="dash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7680960" y="3749040"/>
            <a:ext cx="2926080" cy="822960"/>
          </a:xfrm>
          <a:prstGeom prst="line">
            <a:avLst/>
          </a:prstGeom>
          <a:noFill/>
          <a:ln w="22225">
            <a:solidFill>
              <a:srgbClr val="5A6478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02920" y="5623560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6875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Coordination:  </a:t>
            </a:r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Kafka-free: LB spreads API traffic; SKIP LOCKED + job leases spread workers; ShedLock keeps recon / stuck-state / sequencer promoter singleton.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79392" y="5623560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16552" y="56875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deploys:  </a:t>
            </a:r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 at LB → leased jobs finish or lapse → deploy → rejoin. Safe: every unit of work resumes from Postgres.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055864" y="5623560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4DC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93024" y="56875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Hygiene &amp; sizing:  </a:t>
            </a:r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 job rows &gt; N days (audit + lake_journal are the permanent record). 4 vCPU / 8 GB pair is ample at onboarding volumes.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v2→v1 Orchestration · Architecture Review · v1.3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&amp; Confirmations Needed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this review and the partner teams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10927080" cy="1005840"/>
          </a:xfrm>
          <a:prstGeom prst="roundRect">
            <a:avLst>
              <a:gd name="adj" fmla="val 5455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09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System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1709928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Retry-until-202 contract (ideally outbox-driven) + approved-cases manifest API for recon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monotonic per-client clientSequence at approval (strongly recommended)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734056"/>
            <a:ext cx="10927080" cy="1005840"/>
          </a:xfrm>
          <a:prstGeom prst="roundRect">
            <a:avLst>
              <a:gd name="adj" fmla="val 5455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84378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Lake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0" y="2843784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journalId sync on ingest 202, or async via status-poll? Journal-lookup API for recon?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API returns serving journalId? Typical ingest→readable lag? Client dedupe key supported?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867912"/>
            <a:ext cx="10927080" cy="1005840"/>
          </a:xfrm>
          <a:prstGeom prst="roundRect">
            <a:avLst>
              <a:gd name="adj" fmla="val 5455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CBS-A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397764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confirmation (REST assumed; MQ/file changes only the adapter)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/ receipt feed availability for recon matching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5001768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2A3780"/>
          </a:solidFill>
          <a:ln w="12700">
            <a:solidFill>
              <a:srgbClr val="2A37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11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/ EA rulings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40480" y="5111496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Failed-event policy: hold the client's queue until ops resolve (default) vs skip-ahead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Per-schema default structures for never-seen schemas (DEFAULTED hydration)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SLAs: journal-confirm budget, queue-hold escalation, end-to-end p95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low-level design (v1.3) accompanies this deck — state machine, DDL, retry matrix, recon procedures.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2026-07-28T17:05:42Z</dcterms:created>
  <dcterms:modified xsi:type="dcterms:W3CDTF">2026-07-28T17:05:42Z</dcterms:modified>
</cp:coreProperties>
</file>